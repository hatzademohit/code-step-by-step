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809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93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278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2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9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1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0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65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8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5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4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86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227E-2781-DCC8-0AED-D9BA64C6A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742" y="1124988"/>
            <a:ext cx="4425962" cy="2387600"/>
          </a:xfrm>
        </p:spPr>
        <p:txBody>
          <a:bodyPr>
            <a:normAutofit/>
          </a:bodyPr>
          <a:lstStyle/>
          <a:p>
            <a:pPr algn="l"/>
            <a:r>
              <a:rPr lang="en-US" sz="6000" dirty="0"/>
              <a:t>Learn React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2FEE3-7A60-535E-1B7B-DA9BC8709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742" y="3633691"/>
            <a:ext cx="4425962" cy="1655762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React Questions and Answers</a:t>
            </a:r>
            <a:endParaRPr lang="en-IN" sz="2000" dirty="0"/>
          </a:p>
        </p:txBody>
      </p:sp>
      <p:pic>
        <p:nvPicPr>
          <p:cNvPr id="20" name="Picture 19" descr="Abstract design of flower petals in pastel">
            <a:extLst>
              <a:ext uri="{FF2B5EF4-FFF2-40B4-BE49-F238E27FC236}">
                <a16:creationId xmlns:a16="http://schemas.microsoft.com/office/drawing/2014/main" id="{97F30114-170E-8191-0FCE-B36858E5A3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85" r="8834" b="2"/>
          <a:stretch/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4490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EB028-EF4C-580D-4D3F-8852E772F600}"/>
              </a:ext>
            </a:extLst>
          </p:cNvPr>
          <p:cNvSpPr txBox="1"/>
          <p:nvPr/>
        </p:nvSpPr>
        <p:spPr>
          <a:xfrm>
            <a:off x="254493" y="390618"/>
            <a:ext cx="11819138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Why used NPM in react? (Node Package Manager)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H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elps to manage the node packages for your application, Minimize the code and create a build.</a:t>
            </a:r>
          </a:p>
          <a:p>
            <a:endParaRPr lang="en-US" sz="1400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2: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What is the alternative for npm?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Yarn is a alternation for npm.</a:t>
            </a:r>
          </a:p>
          <a:p>
            <a:endParaRPr lang="en-US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the current version of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18.2.0 Is a current version of react.</a:t>
            </a:r>
          </a:p>
          <a:p>
            <a:endParaRPr lang="en-US" sz="1400" b="1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the used of package.json file?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It maintain all packages and all commands.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5: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the difference between package.json and package-lock.json?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Package.json file maintain all packages and package-lock.json file maintain package history and version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6: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Most important file in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Package.json is the most important file in react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7: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Why node modules folder not push in git?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Because it a very heavy file it take 10 to 15 min for pushing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8: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How to install new package in you react app?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Inter the command in your app terminal- npm install package-name or add package name in package.json file and run command npm install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9: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How to uninstall package from react app?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Wise versa for install the new package and uninstall the package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84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EB028-EF4C-580D-4D3F-8852E772F600}"/>
              </a:ext>
            </a:extLst>
          </p:cNvPr>
          <p:cNvSpPr txBox="1"/>
          <p:nvPr/>
        </p:nvSpPr>
        <p:spPr>
          <a:xfrm>
            <a:off x="254493" y="390618"/>
            <a:ext cx="11836893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10: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Custom command for run the app.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We need to change package.json file script&gt;start to script&gt;custom command name and enter the terminal npm run custom command name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</a:p>
          <a:p>
            <a:endParaRPr lang="en-US" sz="1400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11: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What is component in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Component is a reusable piece of code it including design and functionality.</a:t>
            </a:r>
          </a:p>
          <a:p>
            <a:endParaRPr lang="en-US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12: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How many types of component in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There is a mainly tow types of component in react i) </a:t>
            </a:r>
            <a:r>
              <a:rPr lang="en-US" sz="1400" b="1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Class Component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and ii) </a:t>
            </a:r>
            <a:r>
              <a:rPr lang="en-US" sz="1400" b="1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Functions Component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. (Component name always start in capital letter)</a:t>
            </a:r>
          </a:p>
          <a:p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          Other components i) High Order Component, ii) Pure component, iii) Controlled Component, iv) Uncontrolled component.	</a:t>
            </a:r>
          </a:p>
          <a:p>
            <a:endParaRPr lang="en-US" sz="1400" b="1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13: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Can add a component within an component? Why?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Yes, we can use component within a component.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14: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We can used react and angular in same application?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Yes, because react is a library we can used it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15: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JSX(JavaScript with XML)?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With the help of JSX we can used combine code of JavaScript and HTML in same component or same page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16: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We can used react without JSX?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Yes, we can use it without using JSX but it’s very complicated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17: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We can used JSX without using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Yes, we can use JSX file extension and used it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18: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state?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The state is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a built-in React object that is used to contain data or information about the component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</a:p>
          <a:p>
            <a:r>
              <a:rPr lang="en-US" sz="1400" dirty="0">
                <a:solidFill>
                  <a:srgbClr val="202124"/>
                </a:solidFill>
                <a:latin typeface="Google Sans"/>
                <a:cs typeface="Arial" panose="020B0604020202020204" pitchFamily="34" charset="0"/>
              </a:rPr>
              <a:t>         It is a data container for storing the information.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02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EB028-EF4C-580D-4D3F-8852E772F600}"/>
              </a:ext>
            </a:extLst>
          </p:cNvPr>
          <p:cNvSpPr txBox="1"/>
          <p:nvPr/>
        </p:nvSpPr>
        <p:spPr>
          <a:xfrm>
            <a:off x="254493" y="390618"/>
            <a:ext cx="11756994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19: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Why used of state instead of variable.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In used of state component do not update but we used of state component is updated that’s why we used state instead of variables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</a:p>
          <a:p>
            <a:endParaRPr lang="en-US" sz="1400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20: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What is useState in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useState is a react hook this is allowed you to change the data from component.</a:t>
            </a:r>
          </a:p>
          <a:p>
            <a:endParaRPr lang="en-US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21: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State is a public or private?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State is a public.	</a:t>
            </a:r>
          </a:p>
          <a:p>
            <a:endParaRPr lang="en-US" sz="1400" b="1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22: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Can we use useState in class component 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Yes, we can.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23: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props?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4D5156"/>
                </a:solidFill>
                <a:effectLst/>
                <a:latin typeface="Google Sans"/>
              </a:rPr>
              <a:t> </a:t>
            </a:r>
            <a:r>
              <a:rPr lang="en-US" sz="1400" b="0" i="0" dirty="0">
                <a:effectLst/>
                <a:latin typeface="Google Sans"/>
              </a:rPr>
              <a:t>It is an object which stores the value of attributes of a tag and work similar to the HTML attributes.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24: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How many types of faze in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There is a three types of faze in react i) Mounting, ii) Updating, iii) Unmounting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25: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Constructor is a life cycle method?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Yes, Constructor is a life cycle method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26: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constructor in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The constructor is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a method used to initialize an object's state in a class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27: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the use of componen	tDidMount?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Use at the tim</a:t>
            </a:r>
            <a:r>
              <a:rPr lang="en-US" sz="1400" dirty="0">
                <a:solidFill>
                  <a:srgbClr val="202124"/>
                </a:solidFill>
                <a:latin typeface="Google Sans"/>
              </a:rPr>
              <a:t>e of API calling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37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EB028-EF4C-580D-4D3F-8852E772F600}"/>
              </a:ext>
            </a:extLst>
          </p:cNvPr>
          <p:cNvSpPr txBox="1"/>
          <p:nvPr/>
        </p:nvSpPr>
        <p:spPr>
          <a:xfrm>
            <a:off x="254493" y="390618"/>
            <a:ext cx="1179250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1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Que 28: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 What is hooks in react js?</a:t>
            </a:r>
            <a:endParaRPr lang="en-IN" sz="14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1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Ans: </a:t>
            </a:r>
            <a:r>
              <a:rPr lang="en-US" sz="1400" b="0" i="0" kern="1200" dirty="0">
                <a:solidFill>
                  <a:srgbClr val="202124"/>
                </a:solidFill>
                <a:effectLst/>
                <a:latin typeface="Google Sans"/>
                <a:ea typeface="+mn-ea"/>
                <a:cs typeface="+mn-cs"/>
              </a:rPr>
              <a:t>Hooks are </a:t>
            </a:r>
            <a:r>
              <a:rPr lang="en-US" sz="1400" b="0" i="0" kern="1200" dirty="0">
                <a:solidFill>
                  <a:srgbClr val="040C28"/>
                </a:solidFill>
                <a:effectLst/>
                <a:latin typeface="Google Sans"/>
                <a:ea typeface="+mn-ea"/>
                <a:cs typeface="+mn-cs"/>
              </a:rPr>
              <a:t>functions that let you “hook into” React state and lifecycle features from function components.</a:t>
            </a:r>
            <a:endParaRPr lang="en-IN" sz="1400" dirty="0">
              <a:effectLst/>
            </a:endParaRPr>
          </a:p>
          <a:p>
            <a:endParaRPr lang="en-US" sz="1400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29: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How  many types of hooks in react js?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In react version 18 provide 15 types of hooks.</a:t>
            </a:r>
          </a:p>
          <a:p>
            <a:endParaRPr lang="en-US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30: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Will a hook be used in a class component?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No, not possible.</a:t>
            </a:r>
          </a:p>
          <a:p>
            <a:endParaRPr lang="en-US" sz="1400" b="1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31: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useEffect hook?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The useEffect hook in React is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used to handle the side effects in React such as fetching data, and updating DOM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IN" sz="1400" dirty="0">
                <a:latin typeface="Google Sans"/>
                <a:cs typeface="Arial" panose="020B0604020202020204" pitchFamily="34" charset="0"/>
              </a:rPr>
              <a:t>.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32: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Why in loop we are used map function instead of for loop?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4D5156"/>
                </a:solidFill>
                <a:effectLst/>
                <a:latin typeface="Google Sans"/>
              </a:rPr>
              <a:t> </a:t>
            </a:r>
            <a:r>
              <a:rPr lang="en-US" sz="1400" b="0" i="0" dirty="0">
                <a:effectLst/>
                <a:latin typeface="Google Sans"/>
              </a:rPr>
              <a:t>Because in return function map function is supportive but for loop dose not support in return function.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33: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react fragment?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React Fragment is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a feature in React that allows you to return multiple elements from a React component by allowing you to group a list of children without adding extra nodes to the DOM. React fragment means</a:t>
            </a:r>
            <a:r>
              <a:rPr lang="en-US" sz="1400" dirty="0">
                <a:solidFill>
                  <a:srgbClr val="040C28"/>
                </a:solidFill>
                <a:latin typeface="Google Sans"/>
              </a:rPr>
              <a:t> (&lt;&gt;&lt;/&gt;) empty tag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34: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pure component in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A React component is considered pure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if it renders the same output for the same state and props then stop the components rendering.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35: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Why use useMemo hooks?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The React useMemo Hook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returns a memorized value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. Think of memorization as caching a value so that it does not need to be recalculated. The useMemo Hook only runs when one of its dependencies update. This can improve performance..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36: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useRef hook in react?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Use of the useRef </a:t>
            </a:r>
            <a:r>
              <a:rPr lang="en-US" sz="1400" dirty="0">
                <a:solidFill>
                  <a:srgbClr val="202124"/>
                </a:solidFill>
                <a:latin typeface="Google Sans"/>
              </a:rPr>
              <a:t>hook is to access DOM element directly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.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744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EB028-EF4C-580D-4D3F-8852E772F600}"/>
              </a:ext>
            </a:extLst>
          </p:cNvPr>
          <p:cNvSpPr txBox="1"/>
          <p:nvPr/>
        </p:nvSpPr>
        <p:spPr>
          <a:xfrm>
            <a:off x="254493" y="390618"/>
            <a:ext cx="11872404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1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Que 37: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 How to identify hooks in react?</a:t>
            </a:r>
            <a:endParaRPr lang="en-IN" sz="14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1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Ans: </a:t>
            </a:r>
            <a:r>
              <a:rPr lang="en-US" sz="1400" b="0" i="0" kern="1200" dirty="0">
                <a:solidFill>
                  <a:srgbClr val="202124"/>
                </a:solidFill>
                <a:effectLst/>
                <a:latin typeface="Google Sans"/>
                <a:ea typeface="+mn-ea"/>
                <a:cs typeface="+mn-cs"/>
              </a:rPr>
              <a:t>Hooks always be start in use word like useState</a:t>
            </a:r>
            <a:r>
              <a:rPr lang="en-US" sz="1400" kern="1200" dirty="0">
                <a:solidFill>
                  <a:srgbClr val="202124"/>
                </a:solidFill>
                <a:effectLst/>
                <a:latin typeface="Google Sans"/>
                <a:ea typeface="+mn-ea"/>
                <a:cs typeface="+mn-cs"/>
              </a:rPr>
              <a:t>, useEffect and like this</a:t>
            </a:r>
            <a:r>
              <a:rPr lang="en-US" sz="1400" b="0" i="0" kern="1200" dirty="0">
                <a:solidFill>
                  <a:srgbClr val="040C28"/>
                </a:solidFill>
                <a:effectLst/>
                <a:latin typeface="Google Sans"/>
                <a:ea typeface="+mn-ea"/>
                <a:cs typeface="+mn-cs"/>
              </a:rPr>
              <a:t>.</a:t>
            </a:r>
            <a:endParaRPr lang="en-IN" sz="1400" dirty="0">
              <a:effectLst/>
            </a:endParaRPr>
          </a:p>
          <a:p>
            <a:endParaRPr lang="en-US" sz="1400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38: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Which effect used for dom handling in function component?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We can used useRef for dom handling in function component .</a:t>
            </a:r>
          </a:p>
          <a:p>
            <a:endParaRPr lang="en-US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39: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Which one is better useRef or useState 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We can used both ref and state also but useRef is directly target to the dom so avoid the use of uesRef.</a:t>
            </a:r>
          </a:p>
          <a:p>
            <a:endParaRPr lang="en-US" sz="1400" b="1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40: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controlled component?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In this component </a:t>
            </a:r>
            <a:r>
              <a:rPr lang="en-US" sz="1400" dirty="0">
                <a:solidFill>
                  <a:srgbClr val="202124"/>
                </a:solidFill>
                <a:latin typeface="Google Sans"/>
              </a:rPr>
              <a:t>flied handle by state it’s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called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controlled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component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41: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uncontrolled component?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In this component </a:t>
            </a:r>
            <a:r>
              <a:rPr lang="en-US" sz="1400" dirty="0">
                <a:solidFill>
                  <a:srgbClr val="202124"/>
                </a:solidFill>
                <a:latin typeface="Google Sans"/>
              </a:rPr>
              <a:t>flied handle directly target to the dom element(like, ref, jQuery, JavaScript)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called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controlled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component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42: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HOC?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HOC means high order component.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43: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API?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API means application programing interface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44: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redux?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A container where you can store your whole application data.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45: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Why used redux?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Redux is used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to maintain and update data across your applications for multiple components to share, all while remaining independent of the components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61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EB028-EF4C-580D-4D3F-8852E772F600}"/>
              </a:ext>
            </a:extLst>
          </p:cNvPr>
          <p:cNvSpPr txBox="1"/>
          <p:nvPr/>
        </p:nvSpPr>
        <p:spPr>
          <a:xfrm>
            <a:off x="254493" y="390618"/>
            <a:ext cx="11872404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1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Que 46: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 In one application we can create multiple store?</a:t>
            </a:r>
            <a:endParaRPr lang="en-IN" sz="1400" dirty="0">
              <a:effectLst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400" b="1" kern="1200" dirty="0">
                <a:solidFill>
                  <a:srgbClr val="000000"/>
                </a:solidFill>
                <a:effectLst/>
                <a:latin typeface="Google Sans"/>
                <a:ea typeface="+mn-ea"/>
                <a:cs typeface="Arial" panose="020B0604020202020204" pitchFamily="34" charset="0"/>
              </a:rPr>
              <a:t>Ans: </a:t>
            </a:r>
            <a:r>
              <a:rPr lang="en-US" sz="1400" b="0" i="0" kern="1200" dirty="0">
                <a:solidFill>
                  <a:srgbClr val="202124"/>
                </a:solidFill>
                <a:effectLst/>
                <a:latin typeface="Google Sans"/>
                <a:ea typeface="+mn-ea"/>
                <a:cs typeface="+mn-cs"/>
              </a:rPr>
              <a:t>No, In one application we can create only one store</a:t>
            </a:r>
            <a:r>
              <a:rPr lang="en-US" sz="1400" b="0" i="0" kern="1200" dirty="0">
                <a:solidFill>
                  <a:srgbClr val="040C28"/>
                </a:solidFill>
                <a:effectLst/>
                <a:latin typeface="Google Sans"/>
                <a:ea typeface="+mn-ea"/>
                <a:cs typeface="+mn-cs"/>
              </a:rPr>
              <a:t>.</a:t>
            </a:r>
            <a:endParaRPr lang="en-IN" sz="1400" dirty="0">
              <a:effectLst/>
            </a:endParaRPr>
          </a:p>
          <a:p>
            <a:endParaRPr lang="en-US" sz="1400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47: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Where we used react state and props?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Data transfer from one component to another component (from parent to child) this time we can used props and data transfer in same component we can used state .</a:t>
            </a:r>
          </a:p>
          <a:p>
            <a:endParaRPr lang="en-US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39: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Which one is better useRef or useState 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We can used both ref and state also but useRef is directly target to the dom so avoid the use of uesRef.</a:t>
            </a:r>
          </a:p>
          <a:p>
            <a:endParaRPr lang="en-US" sz="1400" b="1" dirty="0">
              <a:solidFill>
                <a:srgbClr val="040C28"/>
              </a:solidFill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40: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controlled component?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In this component </a:t>
            </a:r>
            <a:r>
              <a:rPr lang="en-US" sz="1400" dirty="0">
                <a:solidFill>
                  <a:srgbClr val="202124"/>
                </a:solidFill>
                <a:latin typeface="Google Sans"/>
              </a:rPr>
              <a:t>flied handle by state it’s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called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controlled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component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41: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uncontrolled component?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In this component </a:t>
            </a:r>
            <a:r>
              <a:rPr lang="en-US" sz="1400" dirty="0">
                <a:solidFill>
                  <a:srgbClr val="202124"/>
                </a:solidFill>
                <a:latin typeface="Google Sans"/>
              </a:rPr>
              <a:t>flied handle directly target to the dom element(like, ref, jQuery, JavaScript)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called 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controlled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 component</a:t>
            </a:r>
            <a:r>
              <a:rPr lang="en-US" sz="1400" dirty="0">
                <a:solidFill>
                  <a:srgbClr val="040C28"/>
                </a:solidFill>
                <a:latin typeface="Google Sans"/>
                <a:cs typeface="Arial" panose="020B0604020202020204" pitchFamily="34" charset="0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42: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HOC?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HOC means high order component.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43: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API?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API means application programing interface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44: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What is redux?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A container where you can store your whole application data.</a:t>
            </a:r>
            <a:endParaRPr lang="en-IN" sz="1600" b="1" dirty="0">
              <a:latin typeface="Google Sans"/>
              <a:cs typeface="Arial" panose="020B0604020202020204" pitchFamily="34" charset="0"/>
            </a:endParaRPr>
          </a:p>
          <a:p>
            <a:endParaRPr lang="en-IN" sz="1400" b="1" dirty="0">
              <a:latin typeface="Google Sans"/>
              <a:cs typeface="Arial" panose="020B0604020202020204" pitchFamily="34" charset="0"/>
            </a:endParaRP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Que 45:</a:t>
            </a:r>
            <a:r>
              <a:rPr lang="en-US" sz="1400" dirty="0">
                <a:latin typeface="Google Sans"/>
                <a:cs typeface="Arial" panose="020B0604020202020204" pitchFamily="34" charset="0"/>
              </a:rPr>
              <a:t> Why used redux?</a:t>
            </a:r>
          </a:p>
          <a:p>
            <a:r>
              <a:rPr lang="en-US" sz="1400" b="1" dirty="0">
                <a:latin typeface="Google Sans"/>
                <a:cs typeface="Arial" panose="020B0604020202020204" pitchFamily="34" charset="0"/>
              </a:rPr>
              <a:t>Ans: </a:t>
            </a:r>
            <a:r>
              <a:rPr lang="en-US" sz="1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Redux is used </a:t>
            </a:r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to maintain and update data across your applications for multiple components to share, all while remaining independent of the components</a:t>
            </a:r>
            <a:r>
              <a:rPr lang="en-US" sz="1400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515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6858</TotalTime>
  <Words>1579</Words>
  <Application>Microsoft Office PowerPoint</Application>
  <PresentationFormat>Widescreen</PresentationFormat>
  <Paragraphs>178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</vt:lpstr>
      <vt:lpstr>Retrospect</vt:lpstr>
      <vt:lpstr>Learn React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 React</dc:title>
  <dc:creator>GB6119</dc:creator>
  <cp:lastModifiedBy>Mohit Hatzade</cp:lastModifiedBy>
  <cp:revision>33</cp:revision>
  <dcterms:created xsi:type="dcterms:W3CDTF">2024-01-08T06:49:40Z</dcterms:created>
  <dcterms:modified xsi:type="dcterms:W3CDTF">2024-04-03T09:30:16Z</dcterms:modified>
</cp:coreProperties>
</file>